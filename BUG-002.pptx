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E07002-56FB-41C6-A6F7-CFD1D461F481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D887D-E4A6-4026-88D6-E839DCCB15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3018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4D887D-E4A6-4026-88D6-E839DCCB15C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750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8216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13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4221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8741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758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4490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226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80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624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7642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668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4993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0731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70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41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681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17B93-A402-4F37-AF24-558FA750DB0C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18534AE-037B-4484-93DC-1B5242046D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891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6EC1F-736D-451D-8641-E8BD28F70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781" y="257674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BUG-002:  </a:t>
            </a:r>
            <a:r>
              <a:rPr lang="en-US" dirty="0">
                <a:solidFill>
                  <a:schemeClr val="tx1"/>
                </a:solidFill>
              </a:rPr>
              <a:t>API </a:t>
            </a:r>
            <a:r>
              <a:rPr lang="en-US" dirty="0" err="1">
                <a:solidFill>
                  <a:schemeClr val="tx1"/>
                </a:solidFill>
              </a:rPr>
              <a:t>permite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adicionar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quantidade</a:t>
            </a:r>
            <a:r>
              <a:rPr lang="en-US" dirty="0">
                <a:solidFill>
                  <a:schemeClr val="tx1"/>
                </a:solidFill>
              </a:rPr>
              <a:t> superior </a:t>
            </a:r>
            <a:r>
              <a:rPr lang="en-US" dirty="0" err="1">
                <a:solidFill>
                  <a:schemeClr val="tx1"/>
                </a:solidFill>
              </a:rPr>
              <a:t>ao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limite</a:t>
            </a:r>
            <a:r>
              <a:rPr lang="en-US" dirty="0">
                <a:solidFill>
                  <a:schemeClr val="tx1"/>
                </a:solidFill>
              </a:rPr>
              <a:t> de 5 </a:t>
            </a:r>
            <a:r>
              <a:rPr lang="en-US" dirty="0" err="1">
                <a:solidFill>
                  <a:schemeClr val="tx1"/>
                </a:solidFill>
              </a:rPr>
              <a:t>unidades</a:t>
            </a:r>
            <a:r>
              <a:rPr lang="en-US" dirty="0">
                <a:solidFill>
                  <a:schemeClr val="tx1"/>
                </a:solidFill>
              </a:rPr>
              <a:t> por </a:t>
            </a:r>
            <a:r>
              <a:rPr lang="en-US" dirty="0" err="1">
                <a:solidFill>
                  <a:schemeClr val="tx1"/>
                </a:solidFill>
              </a:rPr>
              <a:t>produto</a:t>
            </a:r>
            <a:r>
              <a:rPr lang="en-US" dirty="0">
                <a:solidFill>
                  <a:schemeClr val="tx1"/>
                </a:solidFill>
              </a:rPr>
              <a:t>.</a:t>
            </a:r>
            <a:br>
              <a:rPr lang="en-US" dirty="0">
                <a:solidFill>
                  <a:schemeClr val="tx1"/>
                </a:solidFill>
              </a:rPr>
            </a:b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226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1A88E-DED1-4CA5-8DD0-A664404AD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Descrição</a:t>
            </a:r>
            <a:r>
              <a:rPr lang="en-US" dirty="0"/>
              <a:t>: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A6CC47-98B8-4C5B-9577-C53279648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adicionar</a:t>
            </a:r>
            <a:r>
              <a:rPr lang="en-US" dirty="0"/>
              <a:t> por </a:t>
            </a:r>
            <a:r>
              <a:rPr lang="en-US" dirty="0" err="1"/>
              <a:t>meio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requisição</a:t>
            </a:r>
            <a:r>
              <a:rPr lang="en-US" dirty="0"/>
              <a:t> à API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quantidade</a:t>
            </a:r>
            <a:r>
              <a:rPr lang="en-US" dirty="0"/>
              <a:t> </a:t>
            </a:r>
            <a:r>
              <a:rPr lang="en-US" dirty="0" err="1"/>
              <a:t>maior</a:t>
            </a:r>
            <a:r>
              <a:rPr lang="en-US" dirty="0"/>
              <a:t> que 5 de um </a:t>
            </a:r>
            <a:r>
              <a:rPr lang="en-US" dirty="0" err="1"/>
              <a:t>mesmo</a:t>
            </a:r>
            <a:r>
              <a:rPr lang="en-US" dirty="0"/>
              <a:t> </a:t>
            </a:r>
            <a:r>
              <a:rPr lang="en-US" dirty="0" err="1"/>
              <a:t>produto</a:t>
            </a:r>
            <a:r>
              <a:rPr lang="en-US" dirty="0"/>
              <a:t>, </a:t>
            </a:r>
            <a:r>
              <a:rPr lang="en-US" dirty="0" err="1"/>
              <a:t>essa</a:t>
            </a:r>
            <a:r>
              <a:rPr lang="en-US" dirty="0"/>
              <a:t> </a:t>
            </a:r>
            <a:r>
              <a:rPr lang="en-US" dirty="0" err="1"/>
              <a:t>quantidade</a:t>
            </a:r>
            <a:r>
              <a:rPr lang="en-US" dirty="0"/>
              <a:t> é </a:t>
            </a:r>
            <a:r>
              <a:rPr lang="en-US" dirty="0" err="1"/>
              <a:t>aceita</a:t>
            </a:r>
            <a:r>
              <a:rPr lang="en-US" dirty="0"/>
              <a:t> </a:t>
            </a:r>
            <a:r>
              <a:rPr lang="en-US" dirty="0" err="1"/>
              <a:t>sendo</a:t>
            </a:r>
            <a:r>
              <a:rPr lang="en-US" dirty="0"/>
              <a:t> que o </a:t>
            </a:r>
            <a:r>
              <a:rPr lang="en-US" dirty="0" err="1"/>
              <a:t>limite</a:t>
            </a:r>
            <a:r>
              <a:rPr lang="en-US" dirty="0"/>
              <a:t> </a:t>
            </a:r>
            <a:r>
              <a:rPr lang="en-US" dirty="0" err="1"/>
              <a:t>deveria</a:t>
            </a:r>
            <a:r>
              <a:rPr lang="en-US" dirty="0"/>
              <a:t> ser 5.</a:t>
            </a:r>
          </a:p>
          <a:p>
            <a:pPr marL="0" indent="0">
              <a:buNone/>
            </a:pPr>
            <a:r>
              <a:rPr lang="en-US" dirty="0"/>
              <a:t>Nota: Essa </a:t>
            </a:r>
            <a:r>
              <a:rPr lang="en-US" dirty="0" err="1"/>
              <a:t>situação</a:t>
            </a:r>
            <a:r>
              <a:rPr lang="en-US" dirty="0"/>
              <a:t> </a:t>
            </a:r>
            <a:r>
              <a:rPr lang="en-US" dirty="0" err="1"/>
              <a:t>só</a:t>
            </a:r>
            <a:r>
              <a:rPr lang="en-US" dirty="0"/>
              <a:t> </a:t>
            </a:r>
            <a:r>
              <a:rPr lang="en-US" dirty="0" err="1"/>
              <a:t>acontece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a </a:t>
            </a:r>
            <a:r>
              <a:rPr lang="en-US" dirty="0" err="1"/>
              <a:t>quantidade</a:t>
            </a:r>
            <a:r>
              <a:rPr lang="en-US" dirty="0"/>
              <a:t> é </a:t>
            </a:r>
            <a:r>
              <a:rPr lang="en-US" dirty="0" err="1"/>
              <a:t>configurada</a:t>
            </a:r>
            <a:r>
              <a:rPr lang="en-US" dirty="0"/>
              <a:t> </a:t>
            </a:r>
            <a:r>
              <a:rPr lang="en-US" dirty="0" err="1"/>
              <a:t>diretamente</a:t>
            </a:r>
            <a:r>
              <a:rPr lang="en-US" dirty="0"/>
              <a:t> </a:t>
            </a:r>
            <a:r>
              <a:rPr lang="en-US" dirty="0" err="1"/>
              <a:t>através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requisição</a:t>
            </a:r>
            <a:r>
              <a:rPr lang="en-US" dirty="0"/>
              <a:t> à API. O </a:t>
            </a:r>
            <a:r>
              <a:rPr lang="en-US" dirty="0" err="1"/>
              <a:t>limite</a:t>
            </a:r>
            <a:r>
              <a:rPr lang="en-US" dirty="0"/>
              <a:t> é </a:t>
            </a:r>
            <a:r>
              <a:rPr lang="en-US" dirty="0" err="1"/>
              <a:t>corretamente</a:t>
            </a:r>
            <a:r>
              <a:rPr lang="en-US" dirty="0"/>
              <a:t> </a:t>
            </a:r>
            <a:r>
              <a:rPr lang="en-US" dirty="0" err="1"/>
              <a:t>imposto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escolher</a:t>
            </a:r>
            <a:r>
              <a:rPr lang="en-US" dirty="0"/>
              <a:t> a </a:t>
            </a:r>
            <a:r>
              <a:rPr lang="en-US" dirty="0" err="1"/>
              <a:t>quantidade</a:t>
            </a:r>
            <a:r>
              <a:rPr lang="en-US" dirty="0"/>
              <a:t> </a:t>
            </a:r>
            <a:r>
              <a:rPr lang="en-US" dirty="0" err="1"/>
              <a:t>através</a:t>
            </a:r>
            <a:r>
              <a:rPr lang="en-US" dirty="0"/>
              <a:t> da UI. </a:t>
            </a:r>
            <a:endParaRPr lang="pt-BR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013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3D8AD-FB19-46C1-A4BC-82AA7CAD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Steps: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A47F65-1907-4F35-8CAF-7EF79BE29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Abri o Postman e </a:t>
            </a:r>
            <a:r>
              <a:rPr lang="en-US" dirty="0" err="1"/>
              <a:t>configurei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requisição</a:t>
            </a:r>
            <a:r>
              <a:rPr lang="en-US" dirty="0"/>
              <a:t> POST para o endpoint </a:t>
            </a:r>
            <a:r>
              <a:rPr lang="en-US" dirty="0" err="1"/>
              <a:t>api</a:t>
            </a:r>
            <a:r>
              <a:rPr lang="en-US" dirty="0"/>
              <a:t>/</a:t>
            </a:r>
            <a:r>
              <a:rPr lang="en-US" dirty="0" err="1"/>
              <a:t>carrinho</a:t>
            </a:r>
            <a:r>
              <a:rPr lang="en-US" dirty="0"/>
              <a:t>/</a:t>
            </a:r>
            <a:r>
              <a:rPr lang="en-US" dirty="0" err="1"/>
              <a:t>calcular</a:t>
            </a:r>
            <a:r>
              <a:rPr lang="en-US" dirty="0"/>
              <a:t>; </a:t>
            </a:r>
          </a:p>
          <a:p>
            <a:r>
              <a:rPr lang="en-US" dirty="0"/>
              <a:t> </a:t>
            </a:r>
            <a:r>
              <a:rPr lang="en-US" dirty="0" err="1"/>
              <a:t>Enviei</a:t>
            </a:r>
            <a:r>
              <a:rPr lang="en-US" dirty="0"/>
              <a:t> a </a:t>
            </a:r>
            <a:r>
              <a:rPr lang="en-US" dirty="0" err="1"/>
              <a:t>requisição</a:t>
            </a:r>
            <a:r>
              <a:rPr lang="en-US" dirty="0"/>
              <a:t> </a:t>
            </a:r>
            <a:r>
              <a:rPr lang="en-US" dirty="0" err="1"/>
              <a:t>definindo</a:t>
            </a:r>
            <a:r>
              <a:rPr lang="en-US" dirty="0"/>
              <a:t> o </a:t>
            </a:r>
            <a:r>
              <a:rPr lang="en-US" dirty="0" err="1"/>
              <a:t>produtoId</a:t>
            </a:r>
            <a:r>
              <a:rPr lang="en-US" dirty="0"/>
              <a:t> “P001” e a </a:t>
            </a:r>
            <a:r>
              <a:rPr lang="en-US" dirty="0" err="1"/>
              <a:t>quantidade</a:t>
            </a:r>
            <a:r>
              <a:rPr lang="en-US" dirty="0"/>
              <a:t> 10 para o endpoint;</a:t>
            </a:r>
          </a:p>
          <a:p>
            <a:r>
              <a:rPr lang="en-US" dirty="0" err="1"/>
              <a:t>Constatei</a:t>
            </a:r>
            <a:r>
              <a:rPr lang="en-US" dirty="0"/>
              <a:t> o Código HTTP 200 e a </a:t>
            </a:r>
            <a:r>
              <a:rPr lang="en-US" dirty="0" err="1"/>
              <a:t>quantidade</a:t>
            </a:r>
            <a:r>
              <a:rPr lang="en-US" dirty="0"/>
              <a:t> </a:t>
            </a:r>
            <a:r>
              <a:rPr lang="en-US" dirty="0" err="1"/>
              <a:t>aceita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0550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CD6EF-F01F-4FFE-8654-F723C7735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996" y="627355"/>
            <a:ext cx="8040006" cy="79307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Evidências</a:t>
            </a:r>
            <a:r>
              <a:rPr lang="en-US" dirty="0"/>
              <a:t>: Tela do Postman </a:t>
            </a:r>
            <a:r>
              <a:rPr lang="en-US" dirty="0" err="1"/>
              <a:t>mostrando</a:t>
            </a:r>
            <a:r>
              <a:rPr lang="en-US" dirty="0"/>
              <a:t> a </a:t>
            </a:r>
            <a:r>
              <a:rPr lang="en-US" dirty="0" err="1"/>
              <a:t>requisição</a:t>
            </a:r>
            <a:r>
              <a:rPr lang="en-US" dirty="0"/>
              <a:t> e a </a:t>
            </a:r>
            <a:r>
              <a:rPr lang="en-US" dirty="0" err="1"/>
              <a:t>resposta</a:t>
            </a:r>
            <a:r>
              <a:rPr lang="en-US" dirty="0"/>
              <a:t>.</a:t>
            </a:r>
            <a:br>
              <a:rPr lang="en-US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7C726DD-FAF9-408C-9EAA-04A296A92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681" y="1919578"/>
            <a:ext cx="8698637" cy="440376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01078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375B0-D6EF-4F8C-BFFC-A7E36464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Plataformas</a:t>
            </a:r>
            <a:r>
              <a:rPr lang="en-US" dirty="0"/>
              <a:t>: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66C42E-C623-4C1A-9215-1D2B69022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API (Postman)</a:t>
            </a:r>
            <a:br>
              <a:rPr lang="en-US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1938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9FDE2-121E-460A-A9E6-F9450B613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080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URL: https://verzel-store.qa-test-verzel-store.workers.dev/api/carrinho/calcular</a:t>
            </a:r>
            <a:br>
              <a:rPr lang="en-US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1318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A6D12-5897-484D-AC83-2829A558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Resultado</a:t>
            </a:r>
            <a:r>
              <a:rPr lang="en-US" dirty="0"/>
              <a:t> </a:t>
            </a:r>
            <a:r>
              <a:rPr lang="en-US" dirty="0" err="1"/>
              <a:t>Esperado</a:t>
            </a:r>
            <a:r>
              <a:rPr lang="en-US" dirty="0"/>
              <a:t>:</a:t>
            </a:r>
            <a:br>
              <a:rPr lang="en-US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9ACC9C-5C02-48FA-8209-2D6F95282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esperado</a:t>
            </a:r>
            <a:r>
              <a:rPr lang="en-US" dirty="0"/>
              <a:t> era que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quantidade</a:t>
            </a:r>
            <a:r>
              <a:rPr lang="en-US" dirty="0"/>
              <a:t> </a:t>
            </a:r>
            <a:r>
              <a:rPr lang="en-US" dirty="0" err="1"/>
              <a:t>acima</a:t>
            </a:r>
            <a:r>
              <a:rPr lang="en-US" dirty="0"/>
              <a:t> de 5 </a:t>
            </a:r>
            <a:r>
              <a:rPr lang="en-US" dirty="0" err="1"/>
              <a:t>itens</a:t>
            </a:r>
            <a:r>
              <a:rPr lang="en-US" dirty="0"/>
              <a:t> do </a:t>
            </a:r>
            <a:r>
              <a:rPr lang="en-US" dirty="0" err="1"/>
              <a:t>mesmo</a:t>
            </a:r>
            <a:r>
              <a:rPr lang="en-US" dirty="0"/>
              <a:t> </a:t>
            </a:r>
            <a:r>
              <a:rPr lang="en-US" dirty="0" err="1"/>
              <a:t>produto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deveria</a:t>
            </a:r>
            <a:r>
              <a:rPr lang="en-US" dirty="0"/>
              <a:t> ser </a:t>
            </a:r>
            <a:r>
              <a:rPr lang="en-US" dirty="0" err="1"/>
              <a:t>aceita</a:t>
            </a:r>
            <a:r>
              <a:rPr lang="en-US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21497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</TotalTime>
  <Words>189</Words>
  <Application>Microsoft Office PowerPoint</Application>
  <PresentationFormat>Widescreen</PresentationFormat>
  <Paragraphs>15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Trebuchet MS</vt:lpstr>
      <vt:lpstr>Wingdings 3</vt:lpstr>
      <vt:lpstr>Facetado</vt:lpstr>
      <vt:lpstr>BUG-002:  API permite adicionar quantidade superior ao limite de 5 unidades por produto. </vt:lpstr>
      <vt:lpstr>Descrição:</vt:lpstr>
      <vt:lpstr>Steps:</vt:lpstr>
      <vt:lpstr>Evidências: Tela do Postman mostrando a requisição e a resposta. </vt:lpstr>
      <vt:lpstr>Plataformas:</vt:lpstr>
      <vt:lpstr>URL: https://verzel-store.qa-test-verzel-store.workers.dev/api/carrinho/calcular </vt:lpstr>
      <vt:lpstr>Resultado Esperado: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BUG-001 </dc:title>
  <dc:creator>HIGOR</dc:creator>
  <cp:lastModifiedBy>HIGOR</cp:lastModifiedBy>
  <cp:revision>15</cp:revision>
  <dcterms:created xsi:type="dcterms:W3CDTF">2026-10-10T17:08:16Z</dcterms:created>
  <dcterms:modified xsi:type="dcterms:W3CDTF">2026-10-10T20:31:20Z</dcterms:modified>
</cp:coreProperties>
</file>