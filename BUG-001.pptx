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07002-56FB-41C6-A6F7-CFD1D461F481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D887D-E4A6-4026-88D6-E839DCCB15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01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4D887D-E4A6-4026-88D6-E839DCCB15C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750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https://app.screencast.com/9NMCGiF1qkJe8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4D887D-E4A6-4026-88D6-E839DCCB15C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654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https://app.screencast.com/mWRg45vLWehYx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4D887D-E4A6-4026-88D6-E839DCCB15C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08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https://app.screencast.com/86xJCODlk9cCf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4D887D-E4A6-4026-88D6-E839DCCB15C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091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59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064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995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15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1980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20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382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718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77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835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1248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9055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4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201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79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864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6EC1F-736D-451D-8641-E8BD28F70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355" y="262113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BUG-001: </a:t>
            </a:r>
            <a:r>
              <a:rPr lang="en-US" dirty="0">
                <a:solidFill>
                  <a:schemeClr val="tx1"/>
                </a:solidFill>
              </a:rPr>
              <a:t>O </a:t>
            </a:r>
            <a:r>
              <a:rPr lang="en-US" dirty="0" err="1">
                <a:solidFill>
                  <a:schemeClr val="tx1"/>
                </a:solidFill>
              </a:rPr>
              <a:t>frete</a:t>
            </a:r>
            <a:r>
              <a:rPr lang="en-US" dirty="0">
                <a:solidFill>
                  <a:schemeClr val="tx1"/>
                </a:solidFill>
              </a:rPr>
              <a:t> gratis </a:t>
            </a:r>
            <a:r>
              <a:rPr lang="en-US" dirty="0" err="1">
                <a:solidFill>
                  <a:schemeClr val="tx1"/>
                </a:solidFill>
              </a:rPr>
              <a:t>não</a:t>
            </a:r>
            <a:r>
              <a:rPr lang="en-US" dirty="0">
                <a:solidFill>
                  <a:schemeClr val="tx1"/>
                </a:solidFill>
              </a:rPr>
              <a:t> é </a:t>
            </a:r>
            <a:r>
              <a:rPr lang="en-US" dirty="0" err="1">
                <a:solidFill>
                  <a:schemeClr val="tx1"/>
                </a:solidFill>
              </a:rPr>
              <a:t>aplicado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quando</a:t>
            </a:r>
            <a:r>
              <a:rPr lang="en-US" dirty="0">
                <a:solidFill>
                  <a:schemeClr val="tx1"/>
                </a:solidFill>
              </a:rPr>
              <a:t> o subtotal é </a:t>
            </a:r>
            <a:r>
              <a:rPr lang="en-US" dirty="0" err="1">
                <a:solidFill>
                  <a:schemeClr val="tx1"/>
                </a:solidFill>
              </a:rPr>
              <a:t>exatamente</a:t>
            </a:r>
            <a:r>
              <a:rPr lang="en-US" dirty="0">
                <a:solidFill>
                  <a:schemeClr val="tx1"/>
                </a:solidFill>
              </a:rPr>
              <a:t> R$200,00.</a:t>
            </a:r>
            <a:br>
              <a:rPr lang="en-US" dirty="0">
                <a:solidFill>
                  <a:schemeClr val="tx1"/>
                </a:solidFill>
              </a:rPr>
            </a:b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22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1A88E-DED1-4CA5-8DD0-A664404A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Descrição</a:t>
            </a:r>
            <a:r>
              <a:rPr lang="en-US" dirty="0"/>
              <a:t>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A6CC47-98B8-4C5B-9577-C53279648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adicionar</a:t>
            </a:r>
            <a:r>
              <a:rPr lang="en-US" dirty="0"/>
              <a:t> items no </a:t>
            </a:r>
            <a:r>
              <a:rPr lang="en-US" dirty="0" err="1"/>
              <a:t>carrinho</a:t>
            </a:r>
            <a:r>
              <a:rPr lang="en-US" dirty="0"/>
              <a:t> que </a:t>
            </a:r>
            <a:r>
              <a:rPr lang="en-US" dirty="0" err="1"/>
              <a:t>totalizam</a:t>
            </a:r>
            <a:r>
              <a:rPr lang="en-US" dirty="0"/>
              <a:t> </a:t>
            </a:r>
            <a:r>
              <a:rPr lang="en-US" dirty="0" err="1"/>
              <a:t>exatamente</a:t>
            </a:r>
            <a:r>
              <a:rPr lang="en-US" dirty="0"/>
              <a:t> R$200,00 o </a:t>
            </a:r>
            <a:r>
              <a:rPr lang="en-US" dirty="0" err="1"/>
              <a:t>benefício</a:t>
            </a:r>
            <a:r>
              <a:rPr lang="en-US" dirty="0"/>
              <a:t> de </a:t>
            </a:r>
            <a:r>
              <a:rPr lang="en-US" dirty="0" err="1"/>
              <a:t>frete</a:t>
            </a:r>
            <a:r>
              <a:rPr lang="en-US" dirty="0"/>
              <a:t> gratis </a:t>
            </a:r>
            <a:r>
              <a:rPr lang="en-US" dirty="0" err="1"/>
              <a:t>não</a:t>
            </a:r>
            <a:r>
              <a:rPr lang="en-US" dirty="0"/>
              <a:t> é </a:t>
            </a:r>
            <a:r>
              <a:rPr lang="en-US" dirty="0" err="1"/>
              <a:t>concedido</a:t>
            </a:r>
            <a:r>
              <a:rPr lang="en-US" dirty="0"/>
              <a:t>, </a:t>
            </a:r>
            <a:r>
              <a:rPr lang="en-US" dirty="0" err="1"/>
              <a:t>sendo</a:t>
            </a:r>
            <a:r>
              <a:rPr lang="en-US" dirty="0"/>
              <a:t> que </a:t>
            </a:r>
            <a:r>
              <a:rPr lang="en-US" dirty="0" err="1"/>
              <a:t>deveria</a:t>
            </a:r>
            <a:r>
              <a:rPr lang="en-US" dirty="0"/>
              <a:t>.</a:t>
            </a:r>
          </a:p>
          <a:p>
            <a:pPr lvl="1"/>
            <a:endParaRPr lang="pt-BR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01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3D8AD-FB19-46C1-A4BC-82AA7CAD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A47F65-1907-4F35-8CAF-7EF79BE29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Acessei</a:t>
            </a:r>
            <a:r>
              <a:rPr lang="en-US" dirty="0"/>
              <a:t> a </a:t>
            </a:r>
            <a:r>
              <a:rPr lang="en-US" dirty="0" err="1"/>
              <a:t>página</a:t>
            </a:r>
            <a:r>
              <a:rPr lang="en-US" dirty="0"/>
              <a:t> de </a:t>
            </a:r>
            <a:r>
              <a:rPr lang="en-US" dirty="0" err="1"/>
              <a:t>produtos</a:t>
            </a:r>
            <a:r>
              <a:rPr lang="en-US" dirty="0"/>
              <a:t>;</a:t>
            </a:r>
          </a:p>
          <a:p>
            <a:r>
              <a:rPr lang="en-US" dirty="0" err="1"/>
              <a:t>Adicionei</a:t>
            </a:r>
            <a:r>
              <a:rPr lang="en-US" dirty="0"/>
              <a:t> o item Mochila Urbana 20L;</a:t>
            </a:r>
          </a:p>
          <a:p>
            <a:r>
              <a:rPr lang="en-US" dirty="0" err="1"/>
              <a:t>Acessei</a:t>
            </a:r>
            <a:r>
              <a:rPr lang="en-US" dirty="0"/>
              <a:t> a </a:t>
            </a:r>
            <a:r>
              <a:rPr lang="en-US" dirty="0" err="1"/>
              <a:t>página</a:t>
            </a:r>
            <a:r>
              <a:rPr lang="en-US" dirty="0"/>
              <a:t> do </a:t>
            </a:r>
            <a:r>
              <a:rPr lang="en-US" dirty="0" err="1"/>
              <a:t>carrinho</a:t>
            </a:r>
            <a:r>
              <a:rPr lang="en-US" dirty="0"/>
              <a:t>;</a:t>
            </a:r>
          </a:p>
          <a:p>
            <a:r>
              <a:rPr lang="en-US" dirty="0" err="1"/>
              <a:t>Alterei</a:t>
            </a:r>
            <a:r>
              <a:rPr lang="en-US" dirty="0"/>
              <a:t> a </a:t>
            </a:r>
            <a:r>
              <a:rPr lang="en-US" dirty="0" err="1"/>
              <a:t>quantidade</a:t>
            </a:r>
            <a:r>
              <a:rPr lang="en-US" dirty="0"/>
              <a:t> para 2;</a:t>
            </a:r>
          </a:p>
          <a:p>
            <a:r>
              <a:rPr lang="en-US" dirty="0" err="1"/>
              <a:t>Apareceu</a:t>
            </a:r>
            <a:r>
              <a:rPr lang="en-US" dirty="0"/>
              <a:t> a </a:t>
            </a:r>
            <a:r>
              <a:rPr lang="en-US" dirty="0" err="1"/>
              <a:t>mensagem</a:t>
            </a:r>
            <a:r>
              <a:rPr lang="en-US" dirty="0"/>
              <a:t> “</a:t>
            </a:r>
            <a:r>
              <a:rPr lang="en-US" dirty="0" err="1"/>
              <a:t>Faltam</a:t>
            </a:r>
            <a:r>
              <a:rPr lang="en-US" dirty="0"/>
              <a:t> R$0,00 para o </a:t>
            </a:r>
            <a:r>
              <a:rPr lang="en-US" dirty="0" err="1"/>
              <a:t>frete</a:t>
            </a:r>
            <a:r>
              <a:rPr lang="en-US" dirty="0"/>
              <a:t> gratis”;</a:t>
            </a:r>
          </a:p>
          <a:p>
            <a:r>
              <a:rPr lang="en-US" dirty="0"/>
              <a:t>Valor do </a:t>
            </a:r>
            <a:r>
              <a:rPr lang="en-US" dirty="0" err="1"/>
              <a:t>frete</a:t>
            </a:r>
            <a:r>
              <a:rPr lang="en-US" dirty="0"/>
              <a:t> </a:t>
            </a:r>
            <a:r>
              <a:rPr lang="en-US" dirty="0" err="1"/>
              <a:t>continuou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R$19,90.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055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CD6EF-F01F-4FFE-8654-F723C773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Evidências</a:t>
            </a:r>
            <a:r>
              <a:rPr lang="en-US" dirty="0"/>
              <a:t>: </a:t>
            </a:r>
            <a:r>
              <a:rPr lang="en-US" dirty="0" err="1">
                <a:solidFill>
                  <a:schemeClr val="tx1"/>
                </a:solidFill>
              </a:rPr>
              <a:t>Página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Produtos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carregada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corretamente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0DFE0BC-9E78-4A20-B43D-45C68B50D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505" y="1690688"/>
            <a:ext cx="8758989" cy="492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7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715AD-2151-4F47-98F2-AB409E7E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Evidências</a:t>
            </a:r>
            <a:r>
              <a:rPr lang="en-US" dirty="0"/>
              <a:t>: </a:t>
            </a:r>
            <a:r>
              <a:rPr lang="en-US" dirty="0" err="1">
                <a:solidFill>
                  <a:schemeClr val="tx1"/>
                </a:solidFill>
              </a:rPr>
              <a:t>Produto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adicionado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carrinho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60EB16-4828-415E-8EB2-75E52A17E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894" y="1408036"/>
            <a:ext cx="9224211" cy="518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6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C15A0-CB96-448A-B761-A5CE479B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457" y="369888"/>
            <a:ext cx="8596668" cy="1320800"/>
          </a:xfrm>
        </p:spPr>
        <p:txBody>
          <a:bodyPr/>
          <a:lstStyle/>
          <a:p>
            <a:pPr algn="just"/>
            <a:r>
              <a:rPr lang="en-US" dirty="0" err="1"/>
              <a:t>Evidências</a:t>
            </a:r>
            <a:r>
              <a:rPr lang="en-US" dirty="0"/>
              <a:t>: </a:t>
            </a:r>
            <a:r>
              <a:rPr lang="en-US" dirty="0">
                <a:solidFill>
                  <a:schemeClr val="tx1"/>
                </a:solidFill>
              </a:rPr>
              <a:t>Valor e </a:t>
            </a:r>
            <a:r>
              <a:rPr lang="en-US" dirty="0" err="1">
                <a:solidFill>
                  <a:schemeClr val="tx1"/>
                </a:solidFill>
              </a:rPr>
              <a:t>mensagem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aparecendo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corretamente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5B9E070-A63A-4607-A552-CBA40A831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273" y="1690688"/>
            <a:ext cx="8935453" cy="502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377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706B5-9A59-4820-A6EB-FC22A34C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 err="1"/>
              <a:t>Evidências</a:t>
            </a:r>
            <a:r>
              <a:rPr lang="en-US" dirty="0"/>
              <a:t>: </a:t>
            </a:r>
            <a:r>
              <a:rPr lang="en-US" dirty="0">
                <a:solidFill>
                  <a:schemeClr val="tx1"/>
                </a:solidFill>
              </a:rPr>
              <a:t>Valor </a:t>
            </a:r>
            <a:r>
              <a:rPr lang="en-US" dirty="0" err="1">
                <a:solidFill>
                  <a:schemeClr val="tx1"/>
                </a:solidFill>
              </a:rPr>
              <a:t>mínimo</a:t>
            </a:r>
            <a:r>
              <a:rPr lang="en-US" dirty="0">
                <a:solidFill>
                  <a:schemeClr val="tx1"/>
                </a:solidFill>
              </a:rPr>
              <a:t> para </a:t>
            </a:r>
            <a:r>
              <a:rPr lang="en-US" dirty="0" err="1">
                <a:solidFill>
                  <a:schemeClr val="tx1"/>
                </a:solidFill>
              </a:rPr>
              <a:t>frete</a:t>
            </a:r>
            <a:r>
              <a:rPr lang="en-US" dirty="0">
                <a:solidFill>
                  <a:schemeClr val="tx1"/>
                </a:solidFill>
              </a:rPr>
              <a:t> gratis </a:t>
            </a:r>
            <a:r>
              <a:rPr lang="en-US" dirty="0" err="1">
                <a:solidFill>
                  <a:schemeClr val="tx1"/>
                </a:solidFill>
              </a:rPr>
              <a:t>atingido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porém</a:t>
            </a:r>
            <a:r>
              <a:rPr lang="en-US" dirty="0">
                <a:solidFill>
                  <a:schemeClr val="tx1"/>
                </a:solidFill>
              </a:rPr>
              <a:t> o </a:t>
            </a:r>
            <a:r>
              <a:rPr lang="en-US" dirty="0" err="1">
                <a:solidFill>
                  <a:schemeClr val="tx1"/>
                </a:solidFill>
              </a:rPr>
              <a:t>desconto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não</a:t>
            </a:r>
            <a:r>
              <a:rPr lang="en-US" dirty="0">
                <a:solidFill>
                  <a:schemeClr val="tx1"/>
                </a:solidFill>
              </a:rPr>
              <a:t> é </a:t>
            </a:r>
            <a:r>
              <a:rPr lang="en-US" dirty="0" err="1">
                <a:solidFill>
                  <a:schemeClr val="tx1"/>
                </a:solidFill>
              </a:rPr>
              <a:t>aplicado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55D8704-2AF1-4185-AAB3-214523268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547" y="1825625"/>
            <a:ext cx="8726905" cy="490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77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375B0-D6EF-4F8C-BFFC-A7E36464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Plataformas</a:t>
            </a:r>
            <a:r>
              <a:rPr lang="en-US" dirty="0"/>
              <a:t>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66C42E-C623-4C1A-9215-1D2B69022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Chrome, Opera GX e Firefox. </a:t>
            </a:r>
            <a:br>
              <a:rPr lang="en-US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193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9FDE2-121E-460A-A9E6-F9450B613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08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URL: https://verzel-store.qa-test-verzel-store.workers.dev/</a:t>
            </a:r>
            <a:br>
              <a:rPr lang="en-US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1318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A6D12-5897-484D-AC83-2829A558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</a:t>
            </a:r>
            <a:r>
              <a:rPr lang="en-US" dirty="0"/>
              <a:t> </a:t>
            </a:r>
            <a:r>
              <a:rPr lang="en-US" dirty="0" err="1"/>
              <a:t>Esperado</a:t>
            </a:r>
            <a:r>
              <a:rPr lang="en-US" dirty="0"/>
              <a:t>:</a:t>
            </a:r>
            <a:br>
              <a:rPr lang="en-US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9ACC9C-5C02-48FA-8209-2D6F95282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esperado</a:t>
            </a:r>
            <a:r>
              <a:rPr lang="en-US" dirty="0"/>
              <a:t> era que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adicionar</a:t>
            </a:r>
            <a:r>
              <a:rPr lang="en-US" dirty="0"/>
              <a:t> </a:t>
            </a:r>
            <a:r>
              <a:rPr lang="en-US" dirty="0" err="1"/>
              <a:t>itens</a:t>
            </a:r>
            <a:r>
              <a:rPr lang="en-US" dirty="0"/>
              <a:t> no </a:t>
            </a:r>
            <a:r>
              <a:rPr lang="en-US" dirty="0" err="1"/>
              <a:t>carrinho</a:t>
            </a:r>
            <a:r>
              <a:rPr lang="en-US" dirty="0"/>
              <a:t> de forma a </a:t>
            </a:r>
            <a:r>
              <a:rPr lang="en-US" dirty="0" err="1"/>
              <a:t>atingir</a:t>
            </a:r>
            <a:r>
              <a:rPr lang="en-US" dirty="0"/>
              <a:t> um subtotal de R$200,00 o valor do </a:t>
            </a:r>
            <a:r>
              <a:rPr lang="en-US" dirty="0" err="1"/>
              <a:t>frete</a:t>
            </a:r>
            <a:r>
              <a:rPr lang="en-US" dirty="0"/>
              <a:t> </a:t>
            </a:r>
            <a:r>
              <a:rPr lang="en-US" dirty="0" err="1"/>
              <a:t>passasse</a:t>
            </a:r>
            <a:r>
              <a:rPr lang="en-US" dirty="0"/>
              <a:t> a ser R$0,00.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21497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</TotalTime>
  <Words>221</Words>
  <Application>Microsoft Office PowerPoint</Application>
  <PresentationFormat>Widescreen</PresentationFormat>
  <Paragraphs>26</Paragraphs>
  <Slides>10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Facetado</vt:lpstr>
      <vt:lpstr>BUG-001: O frete gratis não é aplicado quando o subtotal é exatamente R$200,00. </vt:lpstr>
      <vt:lpstr>Descrição:</vt:lpstr>
      <vt:lpstr>Steps:</vt:lpstr>
      <vt:lpstr>Evidências: Página de Produtos carregada corretamente. </vt:lpstr>
      <vt:lpstr>Evidências: Produto adicionado ao carrinho. </vt:lpstr>
      <vt:lpstr>Evidências: Valor e mensagem aparecendo corretamente.</vt:lpstr>
      <vt:lpstr>Evidências: Valor mínimo para frete gratis atingido porém o desconto não é aplicado.</vt:lpstr>
      <vt:lpstr>Plataformas:</vt:lpstr>
      <vt:lpstr>URL: https://verzel-store.qa-test-verzel-store.workers.dev/ </vt:lpstr>
      <vt:lpstr>Resultado Esperado: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BUG-001 </dc:title>
  <dc:creator>HIGOR</dc:creator>
  <cp:lastModifiedBy>HIGOR</cp:lastModifiedBy>
  <cp:revision>12</cp:revision>
  <dcterms:created xsi:type="dcterms:W3CDTF">2026-10-10T17:08:16Z</dcterms:created>
  <dcterms:modified xsi:type="dcterms:W3CDTF">2026-10-10T20:28:54Z</dcterms:modified>
</cp:coreProperties>
</file>